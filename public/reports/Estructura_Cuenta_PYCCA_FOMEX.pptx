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88952" cy="2743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MACOBSA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Cuenta — PYCCA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matriz, jefatura y equipo in house dedicado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MACOBSA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38404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Cuenta — PYCCA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40312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 de Operaciones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Naranjo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 de Despacho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Fernanda Manrique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6459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645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 de Regulatorio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Lilibeth Terranova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6459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645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Finanzas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Quinde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26680" y="164592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Jurídico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Abg. Daniela Buraye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921240" y="16459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Arancelaria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Anastacio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1554480"/>
            <a:ext cx="0" cy="9144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943100"/>
            <a:ext cx="2286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1303020"/>
            <a:ext cx="813816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1303020"/>
            <a:ext cx="0" cy="34290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9660" y="1303020"/>
            <a:ext cx="0" cy="34290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0" y="1303020"/>
            <a:ext cx="0" cy="34290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4231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Ejecutiva de Cuenta — PYCCA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Noemí Galán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54480" y="2240280"/>
            <a:ext cx="0" cy="18288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8152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81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In House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Estefany Andrade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554480" y="2971800"/>
            <a:ext cx="0" cy="109728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94176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94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In House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Gonzalez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54480" y="3584448"/>
            <a:ext cx="0" cy="109728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2026-09-25T15:15:22Z</dcterms:created>
  <dcterms:modified xsi:type="dcterms:W3CDTF">2026-09-25T15:15:22Z</dcterms:modified>
</cp:coreProperties>
</file>